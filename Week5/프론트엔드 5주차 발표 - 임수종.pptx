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FB7391-135F-4CD2-8DF8-1CE25E965FED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78C448-4B01-45DC-A693-05AA9EC75D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94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908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18472-AF16-F8A0-4805-A4CAE79B0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602FB4-9F47-6C74-3D89-B8C032282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2911AC-8AF0-7C27-E4E4-844AE564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51200B-0567-840B-C9A2-566E4164C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B2F9BB-7F15-D1C6-E7A2-8AC138701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290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4975A3-0167-E200-9602-0A3C3AC8E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37D266-4D75-8CE1-3FBB-AA3BAC3ED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8F0C40-F8FE-6C9A-118E-F8D1C9370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73C09B-6F70-A7EC-37ED-499036E3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6EE144-1C9C-803E-25DA-93AF6F130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800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FE98B8-FB79-13B1-ED78-701B6D7E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99C38C-D49F-75D7-C89C-7ACC973BD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918CB0-D617-D28D-24A4-35DA1B9E7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59B1C-E96F-EC92-2C2A-6E7F6F80C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AE1489-4FB2-AD55-FD8E-F5D379ECD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14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2DCC8E-3AFF-1E82-9559-60AC9F78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72E9FD-2A38-7898-A6C3-A5C54FA5A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0F4D1-4430-7572-76C5-52AEC99D3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65A4AB-D3B6-238F-C4B1-64F516FEA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F0E28F-1F85-35D6-8961-154AD16B7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FA8892-921F-7359-EBE4-F70841894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98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F9FF6B-74C8-DB9A-383C-23D2036FA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C7DB05-371D-CF86-7530-57D4633DD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53B3C3-36CD-402D-E474-D488ED665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EFA4E50-5F9F-8141-CE41-BF87EB5DB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6E5AE84-3175-40E0-E3AD-57E024F3E1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9190A46-797A-E775-734F-D15AC8624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0CF048D-2E2A-9166-88AA-629AF143C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C8CF8E5-820F-4931-16D9-68D7D5A5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618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74144-A625-BE0C-CB04-735C5CC51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A5CA6B-9447-CCB1-689C-9506FD265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5C0E809-0310-A352-54E7-19AF5620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00D22D-2E7C-3F63-BEEC-2DFD87662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824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618E24-06E5-111B-B5EC-48097D1D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BB6F927-3955-41AC-313F-D0F8C90E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0D6110-3621-265E-15EA-461CB8B8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21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46F501-4DF1-C12F-D006-B17E16ED5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775C19-2B52-CDAB-0F94-F1EE8F5B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559140-5D4E-2A27-BBC4-6D5B954BD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767638-E308-2B66-E8FD-AE5E05E54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2751FA-2DD8-8F5C-3774-E53D574A8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07F9E5-3BDE-D906-8186-7D0F1554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855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D5054-29D7-9B96-9B5B-3ECCA577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4F5CC0-2DB7-64FC-BC21-82C5D380E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BF9D10-048C-A0C3-6A86-4B0DD507B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9AC9CE-7330-2C54-16D3-5EFF18C34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B653EF-4394-F517-CA69-AA40FD90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5125F5-FFCA-BB24-0B6B-B7C4CF57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62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A5DE6-13DB-BFFC-D5E9-C677513EE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2CA0E3-B506-ED77-E439-7CB3EB1C0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339AA9-F94D-9FEE-C8C6-92389CAD2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12683F-C4E8-728F-A285-1247727EF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9536B1-2672-9038-A3D6-B91C7D396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27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D09BABD-F2B6-850E-F2C2-09B1806FDE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89B0F5-9265-DB1F-27FC-894BFDB37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09FB03-01AE-41D7-FE68-2FC8041BB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C3B847-BBCE-8F43-735D-80E7E63B0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3B74A5-B5C0-A070-17AA-A3E05C95F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76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243CD2-72CE-25F0-C4A8-1BABCD900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D9DC67-6B9E-1F1E-1FAF-BADB47FF8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4BA33-A704-6128-7D5A-9414C5901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F85DFA-902D-4C80-9A31-E7AC8CC5CB1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976430-BCA4-8D40-3E3E-E3A38DEDB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B2E9E-0DFD-1E57-0900-AE69B65B83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11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3E3AC-0C06-ED5F-0067-EA8E1257F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63369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Props Drilling</a:t>
            </a:r>
            <a:br>
              <a:rPr lang="en-US" altLang="ko-KR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</a:br>
            <a:r>
              <a:rPr lang="en-US" altLang="ko-KR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Context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로 해결하기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7A7C6D-0A12-6447-FD99-5201153C3061}"/>
              </a:ext>
            </a:extLst>
          </p:cNvPr>
          <p:cNvSpPr txBox="1"/>
          <p:nvPr/>
        </p:nvSpPr>
        <p:spPr>
          <a:xfrm>
            <a:off x="3048000" y="37957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React </a:t>
            </a:r>
            <a:r>
              <a:rPr lang="ko-KR" altLang="en-US" sz="28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상태관리</a:t>
            </a:r>
            <a:endParaRPr lang="ko-KR" altLang="en-US" sz="28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3B198D-F65D-2703-60F4-089041DB98A3}"/>
              </a:ext>
            </a:extLst>
          </p:cNvPr>
          <p:cNvSpPr txBox="1"/>
          <p:nvPr/>
        </p:nvSpPr>
        <p:spPr>
          <a:xfrm>
            <a:off x="5550309" y="579463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800" b="1" dirty="0"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발표자 </a:t>
            </a:r>
            <a:r>
              <a:rPr lang="en-US" altLang="ko-KR" sz="2800" b="1" dirty="0"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28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임수종</a:t>
            </a:r>
            <a:endParaRPr lang="ko-KR" altLang="en-US" sz="28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328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A291-C874-C169-D558-2EE140F25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DBF5CF-4E05-3E3F-A9D6-FD6D93FF6B1F}"/>
              </a:ext>
            </a:extLst>
          </p:cNvPr>
          <p:cNvSpPr txBox="1"/>
          <p:nvPr/>
        </p:nvSpPr>
        <p:spPr>
          <a:xfrm>
            <a:off x="452282" y="531444"/>
            <a:ext cx="55552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0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생각하게된</a:t>
            </a:r>
            <a:r>
              <a:rPr lang="ko-KR" altLang="en-US" sz="40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배경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C21CE9-5762-39AE-673E-AE10E332E628}"/>
              </a:ext>
            </a:extLst>
          </p:cNvPr>
          <p:cNvSpPr txBox="1"/>
          <p:nvPr/>
        </p:nvSpPr>
        <p:spPr>
          <a:xfrm>
            <a:off x="452282" y="1475874"/>
            <a:ext cx="108413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로그인한 유저 이름을 헤더</a:t>
            </a:r>
            <a:r>
              <a:rPr lang="en-US" altLang="ko-KR" sz="2800" b="1" dirty="0"/>
              <a:t>, </a:t>
            </a:r>
            <a:r>
              <a:rPr lang="ko-KR" altLang="en-US" sz="2800" b="1" dirty="0"/>
              <a:t>사이드바</a:t>
            </a:r>
            <a:r>
              <a:rPr lang="en-US" altLang="ko-KR" sz="2800" b="1" dirty="0"/>
              <a:t>, </a:t>
            </a:r>
            <a:r>
              <a:rPr lang="ko-KR" altLang="en-US" sz="2800" b="1" dirty="0"/>
              <a:t>프로필 카드에 모두 보여줘야 되는 상황</a:t>
            </a:r>
            <a:endParaRPr lang="en-US" altLang="ko-KR" sz="2800" b="1" dirty="0"/>
          </a:p>
          <a:p>
            <a:pPr marL="285750" indent="-285750">
              <a:buFontTx/>
              <a:buChar char="-"/>
            </a:pPr>
            <a:endParaRPr lang="en-US" altLang="ko-KR" sz="2800" b="1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2800" b="1" dirty="0"/>
              <a:t>그 데이터는 최상위에 </a:t>
            </a:r>
            <a:r>
              <a:rPr lang="en-US" altLang="ko-KR" sz="2800" b="1" dirty="0"/>
              <a:t>App </a:t>
            </a:r>
            <a:r>
              <a:rPr lang="ko-KR" altLang="en-US" sz="2800" b="1" dirty="0"/>
              <a:t>컴포넌트에만 있고</a:t>
            </a:r>
            <a:r>
              <a:rPr lang="en-US" altLang="ko-KR" sz="2800" b="1" dirty="0"/>
              <a:t>, </a:t>
            </a:r>
            <a:r>
              <a:rPr lang="ko-KR" altLang="en-US" sz="2800" b="1" dirty="0"/>
              <a:t>계속해서 아래로 정보를 </a:t>
            </a:r>
            <a:r>
              <a:rPr lang="ko-KR" altLang="en-US" sz="2800" b="1" dirty="0" err="1"/>
              <a:t>내려줘야하는</a:t>
            </a:r>
            <a:r>
              <a:rPr lang="ko-KR" altLang="en-US" sz="2800" b="1" dirty="0"/>
              <a:t> 번거로운 상황 발생</a:t>
            </a:r>
            <a:endParaRPr lang="en-US" altLang="ko-KR" sz="2800" b="1" dirty="0"/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sz="2800" b="1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2800" b="1" dirty="0"/>
              <a:t>그에 따라서 데이터가 </a:t>
            </a:r>
            <a:r>
              <a:rPr lang="ko-KR" altLang="en-US" sz="2800" b="1" dirty="0" err="1"/>
              <a:t>필요없는</a:t>
            </a:r>
            <a:r>
              <a:rPr lang="ko-KR" altLang="en-US" sz="2800" b="1" dirty="0"/>
              <a:t> 컴포넌트들도 단순히 전달용으로 </a:t>
            </a:r>
            <a:r>
              <a:rPr lang="en-US" altLang="ko-KR" sz="2800" b="1" dirty="0"/>
              <a:t>props</a:t>
            </a:r>
            <a:r>
              <a:rPr lang="ko-KR" altLang="en-US" sz="2800" b="1" dirty="0"/>
              <a:t>를 </a:t>
            </a:r>
            <a:r>
              <a:rPr lang="ko-KR" altLang="en-US" sz="2800" b="1" dirty="0" err="1"/>
              <a:t>받아야하는</a:t>
            </a:r>
            <a:r>
              <a:rPr lang="ko-KR" altLang="en-US" sz="2800" b="1" dirty="0"/>
              <a:t> 상황이 발생</a:t>
            </a:r>
            <a:endParaRPr lang="en-US" altLang="ko-KR" sz="2800" b="1" dirty="0"/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sz="2800" b="1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2800" b="1" dirty="0"/>
              <a:t>상태관리 필요해짐</a:t>
            </a:r>
            <a:endParaRPr lang="en-US" altLang="ko-KR" sz="2800" b="1" dirty="0"/>
          </a:p>
          <a:p>
            <a:pPr marL="285750" indent="-285750">
              <a:buFontTx/>
              <a:buChar char="-"/>
            </a:pP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87336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8E038-C299-8393-A273-546F0B3CA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05E02F-2F1F-6F19-9473-428D5D1CA4AF}"/>
              </a:ext>
            </a:extLst>
          </p:cNvPr>
          <p:cNvSpPr txBox="1"/>
          <p:nvPr/>
        </p:nvSpPr>
        <p:spPr>
          <a:xfrm>
            <a:off x="452282" y="531444"/>
            <a:ext cx="55552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 dirty="0"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endParaRPr lang="ko-KR" altLang="en-US" sz="3200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AA5B9730-F5D5-6536-0784-1462AE9DF6DD}"/>
              </a:ext>
            </a:extLst>
          </p:cNvPr>
          <p:cNvSpPr/>
          <p:nvPr/>
        </p:nvSpPr>
        <p:spPr>
          <a:xfrm>
            <a:off x="4693920" y="1116219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BF5FF"/>
          </a:solidFill>
          <a:ln w="1524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F5EF6759-0E07-E7F1-4877-76B8AC07A977}"/>
              </a:ext>
            </a:extLst>
          </p:cNvPr>
          <p:cNvSpPr/>
          <p:nvPr/>
        </p:nvSpPr>
        <p:spPr>
          <a:xfrm>
            <a:off x="4693920" y="1116219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4"/>
                </a:solidFill>
              </a:rPr>
              <a:t>App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</a:rPr>
              <a:t>user 데이터 보유</a:t>
            </a:r>
            <a:endParaRPr lang="en-US" sz="120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78FECE65-8172-4D30-0C5B-C15BFCC9AE08}"/>
              </a:ext>
            </a:extLst>
          </p:cNvPr>
          <p:cNvSpPr/>
          <p:nvPr/>
        </p:nvSpPr>
        <p:spPr>
          <a:xfrm>
            <a:off x="5791200" y="1619139"/>
            <a:ext cx="0" cy="256032"/>
          </a:xfrm>
          <a:prstGeom prst="line">
            <a:avLst/>
          </a:prstGeom>
          <a:noFill/>
          <a:ln w="19050">
            <a:solidFill>
              <a:srgbClr val="E05B5B"/>
            </a:solidFill>
            <a:prstDash val="sysDash"/>
          </a:ln>
        </p:spPr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06B3C626-5EE8-6540-0232-2109C411CD50}"/>
              </a:ext>
            </a:extLst>
          </p:cNvPr>
          <p:cNvSpPr/>
          <p:nvPr/>
        </p:nvSpPr>
        <p:spPr>
          <a:xfrm>
            <a:off x="5836920" y="1637427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B5B"/>
                </a:solidFill>
              </a:rPr>
              <a:t>user ↓</a:t>
            </a:r>
            <a:endParaRPr lang="en-US" sz="100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0E095896-05F4-51DF-D4BA-6D3D63E97CF2}"/>
              </a:ext>
            </a:extLst>
          </p:cNvPr>
          <p:cNvSpPr/>
          <p:nvPr/>
        </p:nvSpPr>
        <p:spPr>
          <a:xfrm>
            <a:off x="4693920" y="1875171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FF0F0"/>
          </a:solidFill>
          <a:ln w="15240">
            <a:solidFill>
              <a:srgbClr val="E05B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9FED1FF9-994B-A9D3-20DB-90FA08DCD65B}"/>
              </a:ext>
            </a:extLst>
          </p:cNvPr>
          <p:cNvSpPr/>
          <p:nvPr/>
        </p:nvSpPr>
        <p:spPr>
          <a:xfrm>
            <a:off x="4693920" y="1875171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4"/>
                </a:solidFill>
              </a:rPr>
              <a:t>Layout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5B5B"/>
                </a:solidFill>
              </a:rPr>
              <a:t>❌ 필요 없지만 전달</a:t>
            </a:r>
            <a:endParaRPr lang="en-US" sz="120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A34E8DA4-E27F-10D2-49CA-79197615BF7A}"/>
              </a:ext>
            </a:extLst>
          </p:cNvPr>
          <p:cNvSpPr/>
          <p:nvPr/>
        </p:nvSpPr>
        <p:spPr>
          <a:xfrm>
            <a:off x="5791200" y="2378091"/>
            <a:ext cx="0" cy="228600"/>
          </a:xfrm>
          <a:prstGeom prst="line">
            <a:avLst/>
          </a:prstGeom>
          <a:noFill/>
          <a:ln w="19050">
            <a:solidFill>
              <a:srgbClr val="E05B5B"/>
            </a:solidFill>
            <a:prstDash val="sysDash"/>
          </a:ln>
        </p:spPr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627F8E82-0B7C-0EC9-DE74-5DD9C916DD40}"/>
              </a:ext>
            </a:extLst>
          </p:cNvPr>
          <p:cNvSpPr/>
          <p:nvPr/>
        </p:nvSpPr>
        <p:spPr>
          <a:xfrm>
            <a:off x="3413760" y="2396379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B5B"/>
                </a:solidFill>
              </a:rPr>
              <a:t>user ↓</a:t>
            </a:r>
            <a:endParaRPr lang="en-US" sz="100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F6F6E67D-112B-13F9-44A4-8EBA9EF471CF}"/>
              </a:ext>
            </a:extLst>
          </p:cNvPr>
          <p:cNvSpPr/>
          <p:nvPr/>
        </p:nvSpPr>
        <p:spPr>
          <a:xfrm>
            <a:off x="5791200" y="2378091"/>
            <a:ext cx="1371600" cy="228600"/>
          </a:xfrm>
          <a:prstGeom prst="line">
            <a:avLst/>
          </a:prstGeom>
          <a:noFill/>
          <a:ln w="19050">
            <a:solidFill>
              <a:srgbClr val="E05B5B"/>
            </a:solidFill>
            <a:prstDash val="sysDash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F37F37B9-44AF-8841-5B15-40EB3F1FF096}"/>
              </a:ext>
            </a:extLst>
          </p:cNvPr>
          <p:cNvSpPr/>
          <p:nvPr/>
        </p:nvSpPr>
        <p:spPr>
          <a:xfrm>
            <a:off x="7208520" y="2396379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B5B"/>
                </a:solidFill>
              </a:rPr>
              <a:t>user ↓</a:t>
            </a:r>
            <a:endParaRPr lang="en-US" sz="1000" dirty="0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7B4ACE16-C6AF-74D7-C0AE-5521FACD68F8}"/>
              </a:ext>
            </a:extLst>
          </p:cNvPr>
          <p:cNvSpPr/>
          <p:nvPr/>
        </p:nvSpPr>
        <p:spPr>
          <a:xfrm>
            <a:off x="1127760" y="2606691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FF0F0"/>
          </a:solidFill>
          <a:ln w="15240">
            <a:solidFill>
              <a:srgbClr val="E05B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343A7906-FAEC-8D1A-D2EF-B553BC99D6F7}"/>
              </a:ext>
            </a:extLst>
          </p:cNvPr>
          <p:cNvSpPr/>
          <p:nvPr/>
        </p:nvSpPr>
        <p:spPr>
          <a:xfrm>
            <a:off x="1127760" y="2606691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4"/>
                </a:solidFill>
              </a:rPr>
              <a:t>Sidebar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5B5B"/>
                </a:solidFill>
              </a:rPr>
              <a:t>❌ 필요 없지만 전달</a:t>
            </a:r>
            <a:endParaRPr lang="en-US" sz="1200" dirty="0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305927D2-DC89-46BC-BB7E-445FEDF14800}"/>
              </a:ext>
            </a:extLst>
          </p:cNvPr>
          <p:cNvSpPr/>
          <p:nvPr/>
        </p:nvSpPr>
        <p:spPr>
          <a:xfrm>
            <a:off x="7162800" y="2606691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DFFF8"/>
          </a:solidFill>
          <a:ln w="15240">
            <a:solidFill>
              <a:srgbClr val="3DB8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19E777B2-F9A4-F43F-6E57-483E89E548D6}"/>
              </a:ext>
            </a:extLst>
          </p:cNvPr>
          <p:cNvSpPr/>
          <p:nvPr/>
        </p:nvSpPr>
        <p:spPr>
          <a:xfrm>
            <a:off x="7162800" y="2606691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4"/>
                </a:solidFill>
              </a:rPr>
              <a:t>Header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B88A"/>
                </a:solidFill>
              </a:rPr>
              <a:t>✅ 여기서 사용!</a:t>
            </a:r>
            <a:endParaRPr lang="en-US" sz="1200" dirty="0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DF764477-EC62-36D7-2785-C857ECB12FBB}"/>
              </a:ext>
            </a:extLst>
          </p:cNvPr>
          <p:cNvSpPr/>
          <p:nvPr/>
        </p:nvSpPr>
        <p:spPr>
          <a:xfrm>
            <a:off x="2225040" y="3109611"/>
            <a:ext cx="0" cy="201168"/>
          </a:xfrm>
          <a:prstGeom prst="line">
            <a:avLst/>
          </a:prstGeom>
          <a:noFill/>
          <a:ln w="19050">
            <a:solidFill>
              <a:srgbClr val="E05B5B"/>
            </a:solidFill>
            <a:prstDash val="sysDash"/>
          </a:ln>
        </p:spPr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143DC2CF-C777-1EEA-353B-B3F320F6DE41}"/>
              </a:ext>
            </a:extLst>
          </p:cNvPr>
          <p:cNvSpPr/>
          <p:nvPr/>
        </p:nvSpPr>
        <p:spPr>
          <a:xfrm>
            <a:off x="2270760" y="3127899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B5B"/>
                </a:solidFill>
              </a:rPr>
              <a:t>user ↓</a:t>
            </a:r>
            <a:endParaRPr lang="en-US" sz="1000" dirty="0"/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23402296-6A64-2E77-28DB-F2BF22B29180}"/>
              </a:ext>
            </a:extLst>
          </p:cNvPr>
          <p:cNvSpPr/>
          <p:nvPr/>
        </p:nvSpPr>
        <p:spPr>
          <a:xfrm>
            <a:off x="1127760" y="3310779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DFFF8"/>
          </a:solidFill>
          <a:ln w="15240">
            <a:solidFill>
              <a:srgbClr val="3DB8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75D5519F-D708-4B04-A830-C9F7B32A2DD6}"/>
              </a:ext>
            </a:extLst>
          </p:cNvPr>
          <p:cNvSpPr/>
          <p:nvPr/>
        </p:nvSpPr>
        <p:spPr>
          <a:xfrm>
            <a:off x="1127760" y="3310779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4"/>
                </a:solidFill>
              </a:rPr>
              <a:t>Profile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B88A"/>
                </a:solidFill>
              </a:rPr>
              <a:t>✅ 여기서 사용!</a:t>
            </a:r>
            <a:endParaRPr lang="en-US" sz="120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E8FEEAB4-F6D5-25A5-EEF1-85B9EC1780E2}"/>
              </a:ext>
            </a:extLst>
          </p:cNvPr>
          <p:cNvSpPr/>
          <p:nvPr/>
        </p:nvSpPr>
        <p:spPr>
          <a:xfrm flipH="1">
            <a:off x="3322320" y="2395885"/>
            <a:ext cx="2471351" cy="238238"/>
          </a:xfrm>
          <a:prstGeom prst="line">
            <a:avLst/>
          </a:prstGeom>
          <a:noFill/>
          <a:ln w="19050">
            <a:solidFill>
              <a:srgbClr val="E05B5B"/>
            </a:solidFill>
            <a:prstDash val="sysDash"/>
          </a:ln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3C6C5A-C532-10CA-4CE7-54A34933B865}"/>
              </a:ext>
            </a:extLst>
          </p:cNvPr>
          <p:cNvSpPr txBox="1"/>
          <p:nvPr/>
        </p:nvSpPr>
        <p:spPr>
          <a:xfrm>
            <a:off x="958515" y="4377087"/>
            <a:ext cx="1103696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2500" b="1" dirty="0"/>
              <a:t>컴포넌트가 많아질수록 </a:t>
            </a:r>
            <a:r>
              <a:rPr lang="en-US" altLang="ko-KR" sz="2500" b="1" dirty="0"/>
              <a:t>drilling </a:t>
            </a:r>
            <a:r>
              <a:rPr lang="ko-KR" altLang="en-US" sz="2500" b="1" dirty="0"/>
              <a:t>깊이가 커지고</a:t>
            </a:r>
            <a:r>
              <a:rPr lang="en-US" altLang="ko-KR" sz="2500" b="1" dirty="0"/>
              <a:t>, </a:t>
            </a:r>
            <a:r>
              <a:rPr lang="ko-KR" altLang="en-US" sz="2500" b="1" dirty="0"/>
              <a:t>유지보수가 </a:t>
            </a:r>
            <a:r>
              <a:rPr lang="ko-KR" altLang="en-US" sz="2500" b="1" dirty="0" err="1"/>
              <a:t>어려워짐</a:t>
            </a:r>
            <a:r>
              <a:rPr lang="en-US" altLang="ko-KR" sz="2500" b="1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2500" b="1" dirty="0"/>
              <a:t>이 상황이 </a:t>
            </a:r>
            <a:r>
              <a:rPr lang="en-US" altLang="ko-KR" sz="2500" b="1" dirty="0"/>
              <a:t>Props Drilling</a:t>
            </a:r>
            <a:r>
              <a:rPr lang="ko-KR" altLang="en-US" sz="2500" b="1" dirty="0"/>
              <a:t>의</a:t>
            </a:r>
            <a:r>
              <a:rPr lang="en-US" altLang="ko-KR" sz="2500" b="1" dirty="0"/>
              <a:t> </a:t>
            </a:r>
            <a:r>
              <a:rPr lang="ko-KR" altLang="en-US" sz="2500" b="1" dirty="0"/>
              <a:t>문제</a:t>
            </a:r>
          </a:p>
        </p:txBody>
      </p:sp>
    </p:spTree>
    <p:extLst>
      <p:ext uri="{BB962C8B-B14F-4D97-AF65-F5344CB8AC3E}">
        <p14:creationId xmlns:p14="http://schemas.microsoft.com/office/powerpoint/2010/main" val="1574201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FE310-8FFE-5434-68FB-B03704789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2FFF21-1958-1871-D2B7-C54A37AEA170}"/>
              </a:ext>
            </a:extLst>
          </p:cNvPr>
          <p:cNvSpPr txBox="1"/>
          <p:nvPr/>
        </p:nvSpPr>
        <p:spPr>
          <a:xfrm>
            <a:off x="452282" y="531444"/>
            <a:ext cx="55552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Context: </a:t>
            </a:r>
            <a:r>
              <a:rPr lang="ko-KR" altLang="en-US" sz="32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전역 공유 공간</a:t>
            </a: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E972FB27-6E48-E59F-7761-D594FAB4FEFF}"/>
              </a:ext>
            </a:extLst>
          </p:cNvPr>
          <p:cNvSpPr/>
          <p:nvPr/>
        </p:nvSpPr>
        <p:spPr>
          <a:xfrm>
            <a:off x="1798321" y="1116219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5B5B"/>
                </a:solidFill>
              </a:rPr>
              <a:t>BEFORE (Props Drilling)</a:t>
            </a:r>
            <a:endParaRPr lang="en-US" sz="120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07252616-235D-E1D9-0005-6AFD219AC580}"/>
              </a:ext>
            </a:extLst>
          </p:cNvPr>
          <p:cNvSpPr/>
          <p:nvPr/>
        </p:nvSpPr>
        <p:spPr>
          <a:xfrm>
            <a:off x="1798321" y="1436259"/>
            <a:ext cx="3931920" cy="265176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C7ADD4ED-7051-01FC-A488-A18E4ACD2D10}"/>
              </a:ext>
            </a:extLst>
          </p:cNvPr>
          <p:cNvSpPr/>
          <p:nvPr/>
        </p:nvSpPr>
        <p:spPr>
          <a:xfrm>
            <a:off x="1981201" y="1573419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(user 보유)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05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Layout ← user 전달 (불필요)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05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 Sidebar ← user 전달 (불필요)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DB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└─ Profile ← 드디어 사용!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DB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 Header ← 드디어 사용!</a:t>
            </a:r>
            <a:endParaRPr lang="en-US" sz="12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66D00A43-49D4-EAC7-280D-BB48A958DF3D}"/>
              </a:ext>
            </a:extLst>
          </p:cNvPr>
          <p:cNvSpPr/>
          <p:nvPr/>
        </p:nvSpPr>
        <p:spPr>
          <a:xfrm>
            <a:off x="6461761" y="1116219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DB88A"/>
                </a:solidFill>
              </a:rPr>
              <a:t>AFTER (useContext)</a:t>
            </a:r>
            <a:endParaRPr lang="en-US" sz="120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CFC7E6BB-CD70-5BBB-781B-428BE1DF3167}"/>
              </a:ext>
            </a:extLst>
          </p:cNvPr>
          <p:cNvSpPr/>
          <p:nvPr/>
        </p:nvSpPr>
        <p:spPr>
          <a:xfrm>
            <a:off x="6461761" y="1436259"/>
            <a:ext cx="3931920" cy="2651760"/>
          </a:xfrm>
          <a:prstGeom prst="rect">
            <a:avLst/>
          </a:prstGeom>
          <a:solidFill>
            <a:srgbClr val="F0FFF8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C64C5693-7883-5A59-EE14-4714125F5879}"/>
              </a:ext>
            </a:extLst>
          </p:cNvPr>
          <p:cNvSpPr/>
          <p:nvPr/>
        </p:nvSpPr>
        <p:spPr>
          <a:xfrm>
            <a:off x="6644641" y="1573419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07F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UserContext.Provider (user 공급)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Layout (user 몰라도 됨) ✅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├─ Sidebar (user 몰라도 됨) ✅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DB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│    └─ Profile → useContext() ✅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DB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└─ Header → useContext() ✅</a:t>
            </a:r>
            <a:endParaRPr lang="en-US" sz="120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5FDB918B-8EA2-3297-75CB-70AD3981BC9B}"/>
              </a:ext>
            </a:extLst>
          </p:cNvPr>
          <p:cNvSpPr/>
          <p:nvPr/>
        </p:nvSpPr>
        <p:spPr>
          <a:xfrm>
            <a:off x="5730241" y="2396379"/>
            <a:ext cx="731520" cy="73152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5B5FAF8E-F89D-84E9-4320-D61F59B1B0BD}"/>
              </a:ext>
            </a:extLst>
          </p:cNvPr>
          <p:cNvSpPr/>
          <p:nvPr/>
        </p:nvSpPr>
        <p:spPr>
          <a:xfrm>
            <a:off x="5730241" y="2396379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FF8B75-CEAE-5200-219D-B2D070D957F5}"/>
              </a:ext>
            </a:extLst>
          </p:cNvPr>
          <p:cNvSpPr txBox="1"/>
          <p:nvPr/>
        </p:nvSpPr>
        <p:spPr>
          <a:xfrm>
            <a:off x="673768" y="4347411"/>
            <a:ext cx="10844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Context</a:t>
            </a:r>
            <a:r>
              <a:rPr lang="ko-KR" altLang="en-US" dirty="0"/>
              <a:t>의 </a:t>
            </a:r>
            <a:r>
              <a:rPr lang="en-US" altLang="ko-KR" dirty="0"/>
              <a:t>3</a:t>
            </a:r>
            <a:r>
              <a:rPr lang="ko-KR" altLang="en-US" dirty="0"/>
              <a:t>요소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 err="1"/>
              <a:t>createContext</a:t>
            </a:r>
            <a:r>
              <a:rPr lang="en-US" altLang="ko-KR" dirty="0"/>
              <a:t>() : </a:t>
            </a:r>
            <a:r>
              <a:rPr lang="ko-KR" altLang="en-US" dirty="0"/>
              <a:t>데이터를 공유할 공간들을 만듦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Provider : Provider</a:t>
            </a:r>
            <a:r>
              <a:rPr lang="ko-KR" altLang="en-US" dirty="0"/>
              <a:t>을 적용하면</a:t>
            </a:r>
            <a:r>
              <a:rPr lang="en-US" altLang="ko-KR" dirty="0"/>
              <a:t>, </a:t>
            </a:r>
            <a:r>
              <a:rPr lang="ko-KR" altLang="en-US" dirty="0"/>
              <a:t>그 </a:t>
            </a:r>
            <a:r>
              <a:rPr lang="ko-KR" altLang="en-US" dirty="0" err="1"/>
              <a:t>안에있는</a:t>
            </a:r>
            <a:r>
              <a:rPr lang="ko-KR" altLang="en-US" dirty="0"/>
              <a:t> 모든 컴포넌트가 특정 값에 넣은 데이터에 접근 가능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en-US" altLang="ko-KR" dirty="0" err="1"/>
              <a:t>useContext</a:t>
            </a:r>
            <a:r>
              <a:rPr lang="en-US" altLang="ko-KR" dirty="0"/>
              <a:t>() : </a:t>
            </a:r>
            <a:r>
              <a:rPr lang="ko-KR" altLang="en-US" dirty="0"/>
              <a:t>같은 다른 컴포넌트들이 </a:t>
            </a:r>
            <a:r>
              <a:rPr lang="en-US" altLang="ko-KR" dirty="0"/>
              <a:t>user</a:t>
            </a:r>
            <a:r>
              <a:rPr lang="ko-KR" altLang="en-US" dirty="0"/>
              <a:t>에 대해서 전혀 몰라도 </a:t>
            </a:r>
            <a:r>
              <a:rPr lang="ko-KR" altLang="en-US" dirty="0" err="1"/>
              <a:t>한줄로</a:t>
            </a:r>
            <a:r>
              <a:rPr lang="ko-KR" altLang="en-US" dirty="0"/>
              <a:t> 꺼내 쓸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4114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AE180-6566-62C4-CC2A-34F0DEBE9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276E25-B3BA-BDE8-BB06-F7FB6C59A12F}"/>
              </a:ext>
            </a:extLst>
          </p:cNvPr>
          <p:cNvSpPr txBox="1"/>
          <p:nvPr/>
        </p:nvSpPr>
        <p:spPr>
          <a:xfrm>
            <a:off x="452282" y="531444"/>
            <a:ext cx="55552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 dirty="0"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코드 비교</a:t>
            </a:r>
            <a:endParaRPr lang="ko-KR" altLang="en-US" sz="3200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C29D78-F65A-B2AC-474C-F0C6A6E3B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2" y="1833562"/>
            <a:ext cx="5334000" cy="31908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66E5ECF-DA97-23A1-93CE-1D618EE92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720" y="1457323"/>
            <a:ext cx="5519092" cy="39433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E77CC1-AB0A-A2AF-984B-9A59E2215C76}"/>
              </a:ext>
            </a:extLst>
          </p:cNvPr>
          <p:cNvSpPr txBox="1"/>
          <p:nvPr/>
        </p:nvSpPr>
        <p:spPr>
          <a:xfrm>
            <a:off x="1042737" y="1331495"/>
            <a:ext cx="3866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Before</a:t>
            </a:r>
            <a:endParaRPr lang="ko-KR" alt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4DBA37-99EF-C0B3-840C-0AB30C216AF6}"/>
              </a:ext>
            </a:extLst>
          </p:cNvPr>
          <p:cNvSpPr txBox="1"/>
          <p:nvPr/>
        </p:nvSpPr>
        <p:spPr>
          <a:xfrm>
            <a:off x="6890084" y="962163"/>
            <a:ext cx="3866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After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11376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36EB1-FA11-8175-EEBA-33D4FE06B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76BC23-7F21-7F3F-84C7-48E4C0E5A22E}"/>
              </a:ext>
            </a:extLst>
          </p:cNvPr>
          <p:cNvSpPr txBox="1"/>
          <p:nvPr/>
        </p:nvSpPr>
        <p:spPr>
          <a:xfrm>
            <a:off x="452282" y="531444"/>
            <a:ext cx="55552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의문점 및 정리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56D4ED-A218-45E2-26A0-51DC4CECB2D6}"/>
              </a:ext>
            </a:extLst>
          </p:cNvPr>
          <p:cNvSpPr txBox="1"/>
          <p:nvPr/>
        </p:nvSpPr>
        <p:spPr>
          <a:xfrm>
            <a:off x="770021" y="1491916"/>
            <a:ext cx="103792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Context</a:t>
            </a:r>
            <a:r>
              <a:rPr lang="ko-KR" altLang="en-US" dirty="0"/>
              <a:t>와 전역변수가 비슷한 느낌인데 차이가 </a:t>
            </a:r>
            <a:r>
              <a:rPr lang="ko-KR" altLang="en-US" dirty="0" err="1"/>
              <a:t>뭘까</a:t>
            </a:r>
            <a:r>
              <a:rPr lang="en-US" altLang="ko-KR" dirty="0"/>
              <a:t>?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전역변수는 값이 바뀌어도 화면이 자동으로 업데이트가 안되지만 </a:t>
            </a:r>
            <a:r>
              <a:rPr lang="en-US" altLang="ko-KR" dirty="0"/>
              <a:t>Context</a:t>
            </a:r>
            <a:r>
              <a:rPr lang="ko-KR" altLang="en-US" dirty="0"/>
              <a:t>는 값이 바뀌면 그걸 쓰는 컴포넌트들이 자동으로 다시 </a:t>
            </a:r>
            <a:r>
              <a:rPr lang="ko-KR" altLang="en-US" dirty="0" err="1"/>
              <a:t>랜더링돼서</a:t>
            </a:r>
            <a:r>
              <a:rPr lang="ko-KR" altLang="en-US" dirty="0"/>
              <a:t> 화면이 바뀜</a:t>
            </a:r>
            <a:r>
              <a:rPr lang="en-US" altLang="ko-KR" dirty="0"/>
              <a:t>. “React</a:t>
            </a:r>
            <a:r>
              <a:rPr lang="ko-KR" altLang="en-US" dirty="0"/>
              <a:t>의 상태 시스템과 </a:t>
            </a:r>
            <a:r>
              <a:rPr lang="ko-KR" altLang="en-US" dirty="0" err="1"/>
              <a:t>연결되어있다</a:t>
            </a:r>
            <a:r>
              <a:rPr lang="en-US" altLang="ko-KR" dirty="0"/>
              <a:t>＂</a:t>
            </a:r>
            <a:r>
              <a:rPr lang="ko-KR" altLang="en-US" dirty="0"/>
              <a:t>고 이해하면 편함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2. Context </a:t>
            </a:r>
            <a:r>
              <a:rPr lang="ko-KR" altLang="en-US" dirty="0"/>
              <a:t>여러 개 </a:t>
            </a:r>
            <a:r>
              <a:rPr lang="ko-KR" altLang="en-US" dirty="0" err="1"/>
              <a:t>만들었을떄</a:t>
            </a:r>
            <a:r>
              <a:rPr lang="ko-KR" altLang="en-US" dirty="0"/>
              <a:t> 문제는 </a:t>
            </a:r>
            <a:r>
              <a:rPr lang="ko-KR" altLang="en-US" dirty="0" err="1"/>
              <a:t>없으려나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오히려 여러가지 </a:t>
            </a:r>
            <a:r>
              <a:rPr lang="en-US" altLang="ko-KR" dirty="0"/>
              <a:t>Context</a:t>
            </a:r>
            <a:r>
              <a:rPr lang="ko-KR" altLang="en-US" dirty="0"/>
              <a:t>로 </a:t>
            </a:r>
            <a:r>
              <a:rPr lang="ko-KR" altLang="en-US" dirty="0" err="1"/>
              <a:t>나눠놓으면</a:t>
            </a:r>
            <a:r>
              <a:rPr lang="ko-KR" altLang="en-US" dirty="0"/>
              <a:t> 훨씬 유지보수가 편함</a:t>
            </a:r>
            <a:r>
              <a:rPr lang="en-US" altLang="ko-KR" dirty="0"/>
              <a:t>. </a:t>
            </a:r>
            <a:r>
              <a:rPr lang="ko-KR" altLang="en-US" dirty="0"/>
              <a:t>대신에 서비스가 점점 커져서 컴포넌트들의 개수가 많아져 </a:t>
            </a:r>
            <a:r>
              <a:rPr lang="en-US" altLang="ko-KR" dirty="0"/>
              <a:t>Context</a:t>
            </a:r>
            <a:r>
              <a:rPr lang="ko-KR" altLang="en-US" dirty="0"/>
              <a:t>로도 감당이 </a:t>
            </a:r>
            <a:r>
              <a:rPr lang="ko-KR" altLang="en-US" dirty="0" err="1"/>
              <a:t>안될때는</a:t>
            </a:r>
            <a:r>
              <a:rPr lang="ko-KR" altLang="en-US" dirty="0"/>
              <a:t> </a:t>
            </a:r>
            <a:r>
              <a:rPr lang="en-US" altLang="ko-KR" dirty="0" err="1"/>
              <a:t>Zustand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Redux </a:t>
            </a:r>
            <a:r>
              <a:rPr lang="ko-KR" altLang="en-US" dirty="0"/>
              <a:t>라이브러리 이용 필요</a:t>
            </a:r>
            <a:r>
              <a:rPr lang="en-US" altLang="ko-KR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9840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905C8-5191-3F56-962D-21ABBE4D5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algn="ctr"/>
            <a:r>
              <a:rPr lang="ko-KR" altLang="en-US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094748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325</Words>
  <Application>Microsoft Office PowerPoint</Application>
  <PresentationFormat>와이드스크린</PresentationFormat>
  <Paragraphs>57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맑은 고딕</vt:lpstr>
      <vt:lpstr>함초롬돋움</vt:lpstr>
      <vt:lpstr>Arial</vt:lpstr>
      <vt:lpstr>Consolas</vt:lpstr>
      <vt:lpstr>Wingdings</vt:lpstr>
      <vt:lpstr>Office 테마</vt:lpstr>
      <vt:lpstr>Props Drilling Context로 해결하기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이효빈</dc:creator>
  <cp:lastModifiedBy>수종 임</cp:lastModifiedBy>
  <cp:revision>18</cp:revision>
  <dcterms:created xsi:type="dcterms:W3CDTF">2026-04-07T12:31:56Z</dcterms:created>
  <dcterms:modified xsi:type="dcterms:W3CDTF">2026-05-27T07:32:17Z</dcterms:modified>
</cp:coreProperties>
</file>